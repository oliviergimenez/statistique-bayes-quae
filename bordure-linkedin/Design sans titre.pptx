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5087600" cy="37719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98" autoAdjust="0"/>
    <p:restoredTop sz="94639" autoAdjust="0"/>
  </p:normalViewPr>
  <p:slideViewPr>
    <p:cSldViewPr>
      <p:cViewPr varScale="1">
        <p:scale>
          <a:sx n="96" d="100"/>
          <a:sy n="96" d="100"/>
        </p:scale>
        <p:origin x="184" y="22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974194" y="720508"/>
            <a:ext cx="1552952" cy="2330885"/>
          </a:xfrm>
          <a:custGeom>
            <a:avLst/>
            <a:gdLst/>
            <a:ahLst/>
            <a:cxnLst/>
            <a:rect l="l" t="t" r="r" b="b"/>
            <a:pathLst>
              <a:path w="1552952" h="2330885">
                <a:moveTo>
                  <a:pt x="0" y="0"/>
                </a:moveTo>
                <a:lnTo>
                  <a:pt x="1552952" y="0"/>
                </a:lnTo>
                <a:lnTo>
                  <a:pt x="1552952" y="2330884"/>
                </a:lnTo>
                <a:lnTo>
                  <a:pt x="0" y="23308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6350">
            <a:solidFill>
              <a:schemeClr val="tx1"/>
            </a:solidFill>
          </a:ln>
          <a:effectLst>
            <a:outerShdw blurRad="50800" dist="38100" dir="2700000" sx="102000" sy="102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3" name="Freeform 3"/>
          <p:cNvSpPr/>
          <p:nvPr/>
        </p:nvSpPr>
        <p:spPr>
          <a:xfrm>
            <a:off x="11149201" y="720508"/>
            <a:ext cx="1624968" cy="2330885"/>
          </a:xfrm>
          <a:custGeom>
            <a:avLst/>
            <a:gdLst/>
            <a:ahLst/>
            <a:cxnLst/>
            <a:rect l="l" t="t" r="r" b="b"/>
            <a:pathLst>
              <a:path w="1624968" h="2330885">
                <a:moveTo>
                  <a:pt x="0" y="0"/>
                </a:moveTo>
                <a:lnTo>
                  <a:pt x="1624968" y="0"/>
                </a:lnTo>
                <a:lnTo>
                  <a:pt x="1624968" y="2330884"/>
                </a:lnTo>
                <a:lnTo>
                  <a:pt x="0" y="23308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290" r="-11304"/>
            </a:stretch>
          </a:blipFill>
          <a:effectLst>
            <a:outerShdw blurRad="50800" dist="38100" dir="2700000" sx="102000" sy="102000" algn="tl" rotWithShape="0">
              <a:prstClr val="black">
                <a:alpha val="40000"/>
              </a:prstClr>
            </a:outerShdw>
            <a:reflection endPos="0" dir="5400000" sy="-100000" algn="bl" rotWithShape="0"/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4" name="Freeform 4"/>
          <p:cNvSpPr/>
          <p:nvPr/>
        </p:nvSpPr>
        <p:spPr>
          <a:xfrm>
            <a:off x="9324483" y="720508"/>
            <a:ext cx="1624968" cy="2330885"/>
          </a:xfrm>
          <a:custGeom>
            <a:avLst/>
            <a:gdLst/>
            <a:ahLst/>
            <a:cxnLst/>
            <a:rect l="l" t="t" r="r" b="b"/>
            <a:pathLst>
              <a:path w="1624968" h="2330885">
                <a:moveTo>
                  <a:pt x="0" y="0"/>
                </a:moveTo>
                <a:lnTo>
                  <a:pt x="1624968" y="0"/>
                </a:lnTo>
                <a:lnTo>
                  <a:pt x="1624968" y="2330884"/>
                </a:lnTo>
                <a:lnTo>
                  <a:pt x="0" y="2330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2000"/>
            </a:stretch>
          </a:blipFill>
          <a:ln>
            <a:solidFill>
              <a:schemeClr val="tx1"/>
            </a:solidFill>
          </a:ln>
          <a:effectLst>
            <a:outerShdw blurRad="50800" dist="38100" dir="2700000" sx="102000" sy="102000" algn="tl" rotWithShape="0">
              <a:prstClr val="black">
                <a:alpha val="40000"/>
              </a:prstClr>
            </a:outerShdw>
            <a:reflection endPos="0" dir="5400000" sy="-100000" algn="bl" rotWithShape="0"/>
            <a:softEdge rad="0"/>
          </a:effectLst>
        </p:spPr>
        <p:txBody>
          <a:bodyPr/>
          <a:lstStyle/>
          <a:p>
            <a:endParaRPr lang="fr-F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0</Words>
  <Application>Microsoft Macintosh PowerPoint</Application>
  <PresentationFormat>Personnalisé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Calibri</vt:lpstr>
      <vt:lpstr>Arial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Olivier Gimenez</cp:lastModifiedBy>
  <cp:revision>4</cp:revision>
  <dcterms:created xsi:type="dcterms:W3CDTF">2006-08-16T00:00:00Z</dcterms:created>
  <dcterms:modified xsi:type="dcterms:W3CDTF">2026-03-06T14:04:12Z</dcterms:modified>
  <dc:identifier>DAHDG1oy3eg</dc:identifier>
</cp:coreProperties>
</file>